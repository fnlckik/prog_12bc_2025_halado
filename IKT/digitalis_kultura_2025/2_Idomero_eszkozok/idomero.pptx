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239625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D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50" y="4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14189-C6B7-4799-BCFA-2040B281DE7D}" type="datetimeFigureOut">
              <a:rPr lang="hu-HU" smtClean="0"/>
              <a:t>2026. 05. 26.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68338" y="1143000"/>
            <a:ext cx="5521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5659D-6793-431E-A27C-CAEEE23CD36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320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953" y="1119505"/>
            <a:ext cx="9179719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3592866"/>
            <a:ext cx="9179719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D9CA-F926-4A8D-A858-58AEF9CB911A}" type="datetime1">
              <a:rPr lang="hu-HU" smtClean="0"/>
              <a:t>2026. 05. 26.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FNL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FEC5-2ECC-4F39-A5D2-7AF02F1CA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330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A16A-6DA1-442A-A54F-0131536E4488}" type="datetime1">
              <a:rPr lang="hu-HU" smtClean="0"/>
              <a:t>2026. 05. 26.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FNL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FEC5-2ECC-4F39-A5D2-7AF02F1CA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6845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99" y="1705385"/>
            <a:ext cx="10556677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099" y="4577778"/>
            <a:ext cx="10556677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84B5-9F12-4746-91DF-43D73B3F1141}" type="datetime1">
              <a:rPr lang="hu-HU" smtClean="0"/>
              <a:t>2026. 05. 26.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FNL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FEC5-2ECC-4F39-A5D2-7AF02F1CA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7074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46D2-FA9C-4EEE-9206-C52EF2E9472B}" type="datetime1">
              <a:rPr lang="hu-HU" smtClean="0"/>
              <a:t>2026. 05. 26.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FNL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FEC5-2ECC-4F39-A5D2-7AF02F1CA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116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364196"/>
            <a:ext cx="10556677" cy="132218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69" y="1676882"/>
            <a:ext cx="51779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69" y="2498697"/>
            <a:ext cx="51779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0" y="1676882"/>
            <a:ext cx="52034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0" y="2498697"/>
            <a:ext cx="52034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55F3-B0D4-431C-B611-90C5B11F7F29}" type="datetime1">
              <a:rPr lang="hu-HU" smtClean="0"/>
              <a:t>2026. 05. 26.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FNL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FEC5-2ECC-4F39-A5D2-7AF02F1CA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2218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8A79E-A062-4913-96D5-AE543D3EE77A}" type="datetime1">
              <a:rPr lang="hu-HU" smtClean="0"/>
              <a:t>2026. 05. 26.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FNL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FEC5-2ECC-4F39-A5D2-7AF02F1CA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627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2FB4-A316-42E8-8942-FE848DC84EAC}" type="datetime1">
              <a:rPr lang="hu-HU" smtClean="0"/>
              <a:t>2026. 05. 26.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FNL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FEC5-2ECC-4F39-A5D2-7AF02F1CA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4025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984911"/>
            <a:ext cx="6196310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0870-FAD5-4F52-9E79-96BE88687357}" type="datetime1">
              <a:rPr lang="hu-HU" smtClean="0"/>
              <a:t>2026. 05. 26.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FNL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FEC5-2ECC-4F39-A5D2-7AF02F1CA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083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984911"/>
            <a:ext cx="6196310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850FE-44FE-4423-8425-A837CEF16651}" type="datetime1">
              <a:rPr lang="hu-HU" smtClean="0"/>
              <a:t>2026. 05. 26.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FNL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FEC5-2ECC-4F39-A5D2-7AF02F1CA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1964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892C-48F6-4F3B-AA0E-537A7902247C}" type="datetime1">
              <a:rPr lang="hu-HU" smtClean="0"/>
              <a:t>2026. 05. 26.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FNL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FEC5-2ECC-4F39-A5D2-7AF02F1CA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99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364195"/>
            <a:ext cx="2639169" cy="579704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4" y="364195"/>
            <a:ext cx="7764512" cy="579704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BD78-A5C9-4F48-8667-9AD5F8160915}" type="datetime1">
              <a:rPr lang="hu-HU" smtClean="0"/>
              <a:t>2026. 05. 26.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FNL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EFEC5-2ECC-4F39-A5D2-7AF02F1CA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70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A0DCE6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364196"/>
            <a:ext cx="10556677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1820976"/>
            <a:ext cx="10556677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  <a:latin typeface="Consolas" panose="020B0609020204030204" pitchFamily="49" charset="0"/>
              </a:defRPr>
            </a:lvl1pPr>
          </a:lstStyle>
          <a:p>
            <a:fld id="{CCAC50EB-19D2-4CC6-B9EF-00EC1DADB8DA}" type="datetime1">
              <a:rPr lang="hu-HU" smtClean="0"/>
              <a:t>2026. 05. 26.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6340166"/>
            <a:ext cx="4130873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75000"/>
                  </a:schemeClr>
                </a:solidFill>
                <a:latin typeface="Consolas" panose="020B0609020204030204" pitchFamily="49" charset="0"/>
              </a:defRPr>
            </a:lvl1pPr>
          </a:lstStyle>
          <a:p>
            <a:r>
              <a:rPr lang="hu-HU" dirty="0"/>
              <a:t>FNL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75000"/>
                  </a:schemeClr>
                </a:solidFill>
                <a:latin typeface="Consolas" panose="020B0609020204030204" pitchFamily="49" charset="0"/>
              </a:defRPr>
            </a:lvl1pPr>
          </a:lstStyle>
          <a:p>
            <a:fld id="{8D0EFEC5-2ECC-4F39-A5D2-7AF02F1CA14F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2899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900" b="1" kern="1200">
          <a:solidFill>
            <a:schemeClr val="tx1"/>
          </a:solidFill>
          <a:latin typeface="Consolas" panose="020B0609020204030204" pitchFamily="49" charset="0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Consolas" panose="020B0609020204030204" pitchFamily="49" charset="0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Consolas" panose="020B0609020204030204" pitchFamily="49" charset="0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Consolas" panose="020B0609020204030204" pitchFamily="49" charset="0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Consolas" panose="020B0609020204030204" pitchFamily="49" charset="0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Consolas" panose="020B0609020204030204" pitchFamily="49" charset="0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384CA2-3A1D-4968-885B-6E980FD4F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5371512"/>
            <a:ext cx="12239624" cy="1469026"/>
          </a:xfrm>
        </p:spPr>
        <p:txBody>
          <a:bodyPr anchor="ctr">
            <a:normAutofit/>
          </a:bodyPr>
          <a:lstStyle/>
          <a:p>
            <a:r>
              <a:rPr lang="hu-HU" sz="8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Régi időmérő eszközök</a:t>
            </a:r>
          </a:p>
        </p:txBody>
      </p:sp>
    </p:spTree>
    <p:extLst>
      <p:ext uri="{BB962C8B-B14F-4D97-AF65-F5344CB8AC3E}">
        <p14:creationId xmlns:p14="http://schemas.microsoft.com/office/powerpoint/2010/main" val="2892280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3</Words>
  <Application>Microsoft Office PowerPoint</Application>
  <PresentationFormat>Egyéni</PresentationFormat>
  <Paragraphs>1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Office-téma</vt:lpstr>
      <vt:lpstr>Régi időmérő eszközök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Farkas Norbert Levente</dc:creator>
  <cp:lastModifiedBy>Farkas Norbert Levente</cp:lastModifiedBy>
  <cp:revision>10</cp:revision>
  <dcterms:created xsi:type="dcterms:W3CDTF">2026-05-26T09:13:53Z</dcterms:created>
  <dcterms:modified xsi:type="dcterms:W3CDTF">2026-05-26T09:28:57Z</dcterms:modified>
</cp:coreProperties>
</file>